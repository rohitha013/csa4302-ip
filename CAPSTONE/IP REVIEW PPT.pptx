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75" r:id="rId4"/>
    <p:sldId id="281" r:id="rId5"/>
    <p:sldId id="260" r:id="rId6"/>
    <p:sldId id="283" r:id="rId7"/>
    <p:sldId id="284" r:id="rId8"/>
    <p:sldId id="280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D68EA1-21FD-4600-A16D-2394DC986AE4}" v="3" dt="2026-10-09T03:26:50.3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D2338-E7EC-4C68-9895-79C5482D9BE8}" type="datetimeFigureOut">
              <a:rPr lang="en-IN" smtClean="0"/>
              <a:t>09-10-2026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6E257-DB42-4CA1-821B-33A7D79948E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3367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6E257-DB42-4CA1-821B-33A7D79948E0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95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09-10-2026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09-10-2026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09-10-2026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09-10-2026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09-10-2026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09-10-2026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09-10-2026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09-10-2026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09-10-2026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09-10-2026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09-10-2026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DCDAD-2AD5-4689-AAE9-9D0D6B531E70}" type="datetimeFigureOut">
              <a:rPr lang="en-IN" smtClean="0"/>
              <a:t>09-10-2026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3BA98-E2B6-4607-9310-732A935E27A1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3907" y="1332353"/>
            <a:ext cx="10697691" cy="1733771"/>
          </a:xfrm>
        </p:spPr>
        <p:txBody>
          <a:bodyPr>
            <a:normAutofit/>
          </a:bodyPr>
          <a:lstStyle/>
          <a:p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DIGITAL INTERNSHIP AND SKILL TRACKING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26894" y="4222688"/>
            <a:ext cx="4644705" cy="2387601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Presented by: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Bala Sri Yogitha (192411122)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Pranavi (192411222)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Rohitha (192411012)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61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773908" y="4889317"/>
            <a:ext cx="41609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</a:t>
            </a:r>
          </a:p>
          <a:p>
            <a:pPr algn="ctr"/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T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Kosalairaman</a:t>
            </a:r>
            <a:endParaRPr lang="en-IN" altLang="en-US" sz="24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92086" y="2834524"/>
            <a:ext cx="8588729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CSA4302-INTERNET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89642"/>
            <a:ext cx="8961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 Institute of Medical and Technical Sciences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Chennai-602105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816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740" y="1691640"/>
            <a:ext cx="4286250" cy="46361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F1EF22-8D9E-FF08-8AFA-18BFDD4AD2EF}"/>
              </a:ext>
            </a:extLst>
          </p:cNvPr>
          <p:cNvSpPr txBox="1"/>
          <p:nvPr/>
        </p:nvSpPr>
        <p:spPr>
          <a:xfrm>
            <a:off x="838200" y="2307771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BD07593-D78B-69FE-5F1E-2A4A593E1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455" y="1503732"/>
            <a:ext cx="6655035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Manual internship record management is difficult.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Students struggle to track progress, skills, and certificates.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Faculty face challenges in monitoring and verifying internships.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Manual records can cause data loss, duplication, and errors.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 secure, centralized web-based system is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3749" y="99655"/>
            <a:ext cx="4599038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771" y="1651360"/>
            <a:ext cx="11299372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Develop a web-based system to manage student internship details.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Allow students to update their skills, certificates, and profiles.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Enable faculty to verify and monitor internship records. Reduce paperwork by storing all information digitally.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 Track student internship progress and skill development.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Generate reports for students and faculty to improve internship management.</a:t>
            </a: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 SURVEY</a:t>
            </a:r>
            <a:endParaRPr lang="en-IN" altLang="en-US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2029227"/>
              </p:ext>
            </p:extLst>
          </p:nvPr>
        </p:nvGraphicFramePr>
        <p:xfrm>
          <a:off x="206350" y="1584401"/>
          <a:ext cx="11756572" cy="5149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5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9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4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314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5447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354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Harson </a:t>
                      </a:r>
                      <a:r>
                        <a:rPr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Kapoh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Olga E. Melo &amp; Anthon Arie Kimbal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Digitalization of the Internship Management System to Supports Independent Learning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internship systems can simplify internship applications, placement, supervision and evaluation while reducing manual work.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533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Reza Safdari &amp; Hamideh Ehtesham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Essential Data Elements for Developing an Internship Monitoring System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important data elements required for effective internship monitoring, student supervision and evaluation.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8928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Hyrmet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Mydyti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Andrew Ware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Integrating Intelligent Web Scraping Techniques in Internship Management Systems: Enhancing Internship Matching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web scraping, machine learning and NLP can improve matching between student competencies, interests and available internship opportunities.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9551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Valdez et al.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Employability Skills Perception of Employers and Student Interns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 differences between skills expected by employers and skills perceived as important by students, highlighting the need for better skill-gap awareness.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8178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Tecson et al.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Bridging the Gap: Aligning Internship Skills With Industry Demand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Emphasized the importance of aligning technical, soft and cognitive skills developed during internships with current industry requirements.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3444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5114290" y="34118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rcRect t="9436"/>
          <a:stretch>
            <a:fillRect/>
          </a:stretch>
        </p:blipFill>
        <p:spPr>
          <a:xfrm>
            <a:off x="952500" y="1459230"/>
            <a:ext cx="10287000" cy="53987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F2AFE-B71B-CD9F-9ECA-CFD929291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64A1-0B97-1561-02B2-DACC5FDE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1" y="323784"/>
            <a:ext cx="6987714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PROPOSED 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F6F34B-70D3-D617-CF51-DDD93D1D916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16033F-DE7B-1021-FB46-678F7A3CE9B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E370F6-EE08-5F45-C29E-FE9B923F8048}"/>
              </a:ext>
            </a:extLst>
          </p:cNvPr>
          <p:cNvSpPr txBox="1"/>
          <p:nvPr/>
        </p:nvSpPr>
        <p:spPr>
          <a:xfrm>
            <a:off x="773908" y="2122715"/>
            <a:ext cx="9872321" cy="29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Develop a centralized web-based internship management system.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Allow students to update internship details and skills.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Enable certificate uploads and verification.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Provide faculty with progress monitoring and reports.</a:t>
            </a: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38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5569C-B6D2-7CB6-8094-310B61A6E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C7FA0C-BE73-17DE-FB76-78CD3773B0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6943" y="1890631"/>
            <a:ext cx="5791200" cy="4411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Add AI-based skill recommendations.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Integrate internship and job portals.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Provide automated certificate verification.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Develop a mobile application.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Generate performance reports and analytics.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21F24-F874-70B1-BFCE-08BB2146D24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802AD1-5149-9539-EF77-FFF922E3E26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245" y="116205"/>
            <a:ext cx="167322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9" name="Picture 3" descr="Internship Program | Free &amp; Paid Internships for Students and Freshers">
            <a:extLst>
              <a:ext uri="{FF2B5EF4-FFF2-40B4-BE49-F238E27FC236}">
                <a16:creationId xmlns:a16="http://schemas.microsoft.com/office/drawing/2014/main" id="{00EFEAD3-3AA0-3123-7538-D065990D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257" y="1648127"/>
            <a:ext cx="5009878" cy="4661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335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4091305" y="621665"/>
            <a:ext cx="4064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REFRENCES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635881" y="1621971"/>
            <a:ext cx="10666150" cy="4468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ct val="6000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Fowler, M. (2004). UML distilled: A brief guide to the standard object modeling language (3rd ed.). Addison-Wesley.</a:t>
            </a:r>
          </a:p>
          <a:p>
            <a:pPr marL="342900" indent="-342900">
              <a:lnSpc>
                <a:spcPct val="150000"/>
              </a:lnSpc>
              <a:spcAft>
                <a:spcPct val="6000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Nixon, R. (2018). Learning PHP, MySQL &amp; JavaScript: With jQuery, CSS &amp; HTML5 (5th ed.). O’Reilly Media.</a:t>
            </a:r>
          </a:p>
          <a:p>
            <a:pPr marL="342900" indent="-342900">
              <a:lnSpc>
                <a:spcPct val="150000"/>
              </a:lnSpc>
              <a:spcAft>
                <a:spcPct val="6000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Pressman, R. S., &amp; Maxim, B. R. (2015). Software engineering: A practitioner’s approach (8th ed.). McGraw-Hill Education.</a:t>
            </a:r>
          </a:p>
          <a:p>
            <a:pPr marL="342900" indent="-342900">
              <a:lnSpc>
                <a:spcPct val="150000"/>
              </a:lnSpc>
              <a:spcAft>
                <a:spcPct val="6000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Silberschatz, A., Galvin, P. B., &amp; Gagne, G. (2018). Operating system concepts (10th ed.). Wiley.</a:t>
            </a:r>
          </a:p>
          <a:p>
            <a:pPr marL="342900" indent="-342900">
              <a:lnSpc>
                <a:spcPct val="150000"/>
              </a:lnSpc>
              <a:spcAft>
                <a:spcPct val="6000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Sommerville, I. (2016). Software engineering (10th ed.). Pearson.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490" y="30670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70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THANK YOU</a:t>
            </a: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546</Words>
  <Application>Microsoft Office PowerPoint</Application>
  <PresentationFormat>Widescreen</PresentationFormat>
  <Paragraphs>74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Times</vt:lpstr>
      <vt:lpstr>Times New Roman</vt:lpstr>
      <vt:lpstr>Wingdings</vt:lpstr>
      <vt:lpstr>Office Theme</vt:lpstr>
      <vt:lpstr>SMART DIGITAL INTERNSHIP AND SKILL TRACKING SYSTEM</vt:lpstr>
      <vt:lpstr>PROBLEM STATEMENT</vt:lpstr>
      <vt:lpstr>OBJECTIVES</vt:lpstr>
      <vt:lpstr>LITERATURE SURVEY</vt:lpstr>
      <vt:lpstr>SYSTEM ARCHITECTURE</vt:lpstr>
      <vt:lpstr>PROPOSED SOLUTION</vt:lpstr>
      <vt:lpstr>FUTURE SCOPE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Nalluri</dc:creator>
  <cp:lastModifiedBy>yogithagangavarapu@gmail.com</cp:lastModifiedBy>
  <cp:revision>30</cp:revision>
  <dcterms:created xsi:type="dcterms:W3CDTF">2026-02-16T04:37:00Z</dcterms:created>
  <dcterms:modified xsi:type="dcterms:W3CDTF">2026-10-09T03:27:08Z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8CE146DFA1A14A70A7B595CE696F5612_13</vt:lpwstr>
  </property>
  <property fmtid="{D5CDD505-2E9C-101B-9397-08002B2CF9AE}" pid="3" name="KSOProductBuildVer">
    <vt:lpwstr>1033-12.1.0.28485</vt:lpwstr>
  </property>
</Properties>
</file>