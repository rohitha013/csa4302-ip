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8" r:id="rId3"/>
    <p:sldId id="259" r:id="rId4"/>
    <p:sldId id="275" r:id="rId5"/>
    <p:sldId id="281" r:id="rId6"/>
    <p:sldId id="260" r:id="rId7"/>
    <p:sldId id="261" r:id="rId8"/>
    <p:sldId id="268" r:id="rId9"/>
    <p:sldId id="263" r:id="rId10"/>
    <p:sldId id="282" r:id="rId11"/>
    <p:sldId id="283" r:id="rId12"/>
    <p:sldId id="284" r:id="rId13"/>
    <p:sldId id="277" r:id="rId14"/>
    <p:sldId id="278" r:id="rId15"/>
    <p:sldId id="279" r:id="rId16"/>
    <p:sldId id="280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2DCDAD-2AD5-4689-AAE9-9D0D6B531E70}" type="datetimeFigureOut">
              <a:rPr lang="en-IN" smtClean="0"/>
              <a:t>12-10-2026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3BA98-E2B6-4607-9310-732A935E27A1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805180"/>
            <a:ext cx="9144000" cy="2387600"/>
          </a:xfrm>
        </p:spPr>
        <p:txBody>
          <a:bodyPr>
            <a:normAutofit/>
          </a:bodyPr>
          <a:lstStyle/>
          <a:p>
            <a:r>
              <a:rPr lang="en-US" altLang="en-US" sz="4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Digital Internship and Skill Tracking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26921" y="4197755"/>
            <a:ext cx="4644705" cy="2387601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Presented by: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N.Dimple blossom (192411227)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Deepthi (192411213)</a:t>
            </a:r>
          </a:p>
          <a:p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 Rama Tulasi(192411258)</a:t>
            </a:r>
          </a:p>
          <a:p>
            <a:endParaRPr lang="en-IN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116125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6904139" y="4197755"/>
            <a:ext cx="4160939" cy="119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by-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</a:t>
            </a:r>
            <a:r>
              <a:rPr lang="en-IN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.M.Sathiyamoorthy</a:t>
            </a:r>
          </a:p>
          <a:p>
            <a:endParaRPr lang="en-IN" alt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64360" y="3028890"/>
            <a:ext cx="8296712" cy="9531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b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CSA4304-INTERNET 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3134" y="132024"/>
            <a:ext cx="73405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pPr algn="ctr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Chennai-602105</a:t>
            </a:r>
            <a:endParaRPr lang="en-IN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640715" y="1325880"/>
            <a:ext cx="6580505" cy="51904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web-based system for managing internships and tracking student skills digitally.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 centralized platform to store internship details and certificates securely.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Helps students update their profiles, skills, and internship progress online.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faculty to monitor, verify, and evaluate student internship activities.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2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Developed using HTML, CSS, JavaScript, PHP, and MySQL for efficient and secure internship management.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4969" y="2133601"/>
            <a:ext cx="3586316" cy="3982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925585" y="1939688"/>
            <a:ext cx="6700008" cy="4892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Internship records are often maintained manually using paper documents or spreadsheets, making them difficult to manage.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Students face challenges in tracking their internship progress, skills, and certificates in one place.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Faculty members find it difficult to monitor and verify internship activities efficiently.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record management increases the chances of data loss, duplication, and errors.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secure, centralized web-based system to simplify internship management and skill tracking.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8740" y="1691640"/>
            <a:ext cx="4286250" cy="46361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3749" y="99655"/>
            <a:ext cx="4599038" cy="13255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8867" y="1651360"/>
            <a:ext cx="10396384" cy="45391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Develop a web-based system to manage student internship details.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Allow students to update their skills, certificates, and profiles.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Enable faculty to verify and monitor internship records. Reduce paperwork by storing all information digitally.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 Track student internship progress and skill development.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" panose="02020603050405020304" pitchFamily="18" charset="0"/>
                <a:cs typeface="Times" panose="02020603050405020304" pitchFamily="18" charset="0"/>
              </a:rPr>
              <a:t>Generate reports for students and faculty to improve internship management.</a:t>
            </a:r>
          </a:p>
        </p:txBody>
      </p:sp>
      <p:pic>
        <p:nvPicPr>
          <p:cNvPr id="6" name="Picture 5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LITERATURE SURVEY</a:t>
            </a:r>
            <a:endParaRPr lang="en-IN" altLang="en-US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0" y="1608455"/>
          <a:ext cx="12192000" cy="52495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426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93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434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585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43865"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FINDINGS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1695"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Harson Kapoh, Olga E. Melo &amp; Anthon Arie Kimbal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Digitalization of the Internship Management System to Supports Independent Learning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internship systems can simplify internship applications, placement, supervision and evaluation while reducing manual work.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7080"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</a:t>
                      </a:r>
                      <a:r>
                        <a:rPr lang="en-I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Reza Safdari &amp; Hamideh Ehtesham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Essential Data Elements for Developing an Internship Monitoring System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Identified important data elements required for effective internship monitoring, student supervision and evaluation.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6305"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Hyrmet Mydyti &amp; Andrew Ware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Integrating Intelligent Web Scraping Techniques in Internship Management Systems: Enhancing Internship Matching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web scraping, machine learning and NLP can improve matching between student competencies, interests and available internship opportunities.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16940"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Valdez et al.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Employability Skills Perception of Employers and Student Interns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Found differences between skills expected by employers and skills perceived as important by students, highlighting the need for better skill-gap awareness.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43660"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2025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Tecson et al.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Bridging the Gap: Aligning Internship Skills With Industry Demand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Emphasized the importance of aligning technical, soft and cognitive skills developed during internships with current industry requirements.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3444"/>
            <a:ext cx="10515600" cy="1325563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5114290" y="3411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rcRect t="9436"/>
          <a:stretch>
            <a:fillRect/>
          </a:stretch>
        </p:blipFill>
        <p:spPr>
          <a:xfrm>
            <a:off x="952500" y="1459230"/>
            <a:ext cx="10287000" cy="5398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1466" y="365125"/>
            <a:ext cx="8834379" cy="1325563"/>
          </a:xfrm>
        </p:spPr>
        <p:txBody>
          <a:bodyPr/>
          <a:lstStyle/>
          <a:p>
            <a:pPr algn="ctr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1:STUDENT AND SKILL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8935" y="1691005"/>
            <a:ext cx="6761480" cy="472630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algn="l">
              <a:lnSpc>
                <a:spcPct val="150000"/>
              </a:lnSpc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student profiles, academic information, technical skills, and certifications through a secure web-based platform.</a:t>
            </a:r>
          </a:p>
          <a:p>
            <a:pPr algn="l">
              <a:lnSpc>
                <a:spcPct val="150000"/>
              </a:lnSpc>
            </a:pPr>
            <a:r>
              <a:rPr lang="en-US" alt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Registers students with secure login and authentication.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personal, academic, and contact information.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Uploads and manages certificates, resumes, and project documents.</a:t>
            </a:r>
          </a:p>
          <a:p>
            <a:pPr marL="342900" indent="-3429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Updates student profiles and tracks skill development for internship readiness.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 descr="ChatGPT Image Sep 6, 2026, 11_31_51 PM"/>
          <p:cNvPicPr>
            <a:picLocks noChangeAspect="1"/>
          </p:cNvPicPr>
          <p:nvPr/>
        </p:nvPicPr>
        <p:blipFill>
          <a:blip r:embed="rId4"/>
          <a:srcRect t="14574"/>
          <a:stretch>
            <a:fillRect/>
          </a:stretch>
        </p:blipFill>
        <p:spPr>
          <a:xfrm>
            <a:off x="7129780" y="1691640"/>
            <a:ext cx="4954905" cy="4815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495" y="452755"/>
            <a:ext cx="9282430" cy="1425575"/>
          </a:xfrm>
        </p:spPr>
        <p:txBody>
          <a:bodyPr>
            <a:normAutofit fontScale="90000"/>
          </a:bodyPr>
          <a:lstStyle/>
          <a:p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MODULE2 : INTERNSHIP MANAGEMENT</a:t>
            </a:r>
            <a:br>
              <a:rPr lang="en-IN" sz="4000" b="1" dirty="0">
                <a:solidFill>
                  <a:srgbClr val="FF0000"/>
                </a:solidFill>
              </a:rPr>
            </a:br>
            <a:endParaRPr lang="en-IN" sz="4000" b="1" dirty="0">
              <a:solidFill>
                <a:srgbClr val="FF0000"/>
              </a:solidFill>
            </a:endParaRP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3644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206375" y="1548765"/>
            <a:ext cx="7418705" cy="5169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>
              <a:lnSpc>
                <a:spcPct val="150000"/>
              </a:lnSpc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Manages the complete internship process, from application to completion, while maintaining internship records in a centralized system.</a:t>
            </a:r>
          </a:p>
          <a:p>
            <a:pPr>
              <a:lnSpc>
                <a:spcPct val="150000"/>
              </a:lnSpc>
            </a:pPr>
            <a:r>
              <a:rPr lang="en-US" altLang="en-US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Functions: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apply for and register internship details.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Stores company information, internship duration, and project details.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Uploads offer letters, completion certificates, and internship reports.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faculty to verify and approve internship records.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internship status and completion progress.</a:t>
            </a:r>
          </a:p>
        </p:txBody>
      </p:sp>
      <p:pic>
        <p:nvPicPr>
          <p:cNvPr id="8" name="Picture 7" descr="WhatsApp Image 2026-09-06 at 11.43.46 PM"/>
          <p:cNvPicPr>
            <a:picLocks noChangeAspect="1"/>
          </p:cNvPicPr>
          <p:nvPr/>
        </p:nvPicPr>
        <p:blipFill>
          <a:blip r:embed="rId4"/>
          <a:srcRect t="16380" b="2417"/>
          <a:stretch>
            <a:fillRect/>
          </a:stretch>
        </p:blipFill>
        <p:spPr>
          <a:xfrm>
            <a:off x="7625715" y="1478915"/>
            <a:ext cx="4566285" cy="52133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615" y="227330"/>
            <a:ext cx="10011410" cy="853440"/>
          </a:xfrm>
        </p:spPr>
        <p:txBody>
          <a:bodyPr>
            <a:normAutofit fontScale="90000"/>
          </a:bodyPr>
          <a:lstStyle/>
          <a:p>
            <a:pPr algn="ctr"/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</a:t>
            </a:r>
            <a:r>
              <a:rPr lang="en-IN" sz="378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DULE 3: PERFORMANCE &amp;</a:t>
            </a:r>
            <a:r>
              <a:rPr lang="en-IN" sz="378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78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REPORTING</a:t>
            </a:r>
            <a:br>
              <a:rPr lang="en-IN" sz="378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78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245" y="116205"/>
            <a:ext cx="1673225" cy="1343025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Box 4"/>
          <p:cNvSpPr txBox="1"/>
          <p:nvPr/>
        </p:nvSpPr>
        <p:spPr>
          <a:xfrm>
            <a:off x="327025" y="1320800"/>
            <a:ext cx="7517130" cy="56311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altLang="en-US" sz="24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Description:</a:t>
            </a:r>
          </a:p>
          <a:p>
            <a:pPr algn="l">
              <a:lnSpc>
                <a:spcPct val="150000"/>
              </a:lnSpc>
              <a:buNone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Monitors student internship performance, skill development, and generates reports for students and faculty.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Tracks student internship progress and completion status.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Evaluates technical and soft skill development.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Generates internship and skill performance reports.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dashboards for students and faculty to view progress.</a:t>
            </a: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ü"/>
            </a:pPr>
            <a:r>
              <a:rPr lang="en-US" altLang="en-US" sz="24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Allows downloading of reports and certificates for future reference.</a:t>
            </a:r>
            <a:endParaRPr lang="en-IN" sz="24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535160" y="80581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6" name="Picture 5" descr="WhatsApp Image 2026-09-06 at 11.36.52 PM"/>
          <p:cNvPicPr>
            <a:picLocks noChangeAspect="1"/>
          </p:cNvPicPr>
          <p:nvPr/>
        </p:nvPicPr>
        <p:blipFill>
          <a:blip r:embed="rId4"/>
          <a:srcRect l="2113" t="17120"/>
          <a:stretch>
            <a:fillRect/>
          </a:stretch>
        </p:blipFill>
        <p:spPr>
          <a:xfrm>
            <a:off x="7915275" y="1565910"/>
            <a:ext cx="4138930" cy="4993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OUTPUT</a:t>
            </a:r>
            <a:endParaRPr lang="en-US"/>
          </a:p>
        </p:txBody>
      </p:sp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245" y="116205"/>
            <a:ext cx="1673225" cy="1343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AA8D729-0BCA-B327-7362-50369E770DF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471"/>
          <a:stretch>
            <a:fillRect/>
          </a:stretch>
        </p:blipFill>
        <p:spPr>
          <a:xfrm>
            <a:off x="206350" y="1891378"/>
            <a:ext cx="5712542" cy="460149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847F4E0-4E7E-7421-871E-BE46EE3959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2140298"/>
            <a:ext cx="5987845" cy="460149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1F13C-4ACC-E78D-1BA4-99FA145CA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4E8C495-8916-E633-C8B9-B0C07E4657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62" y="365125"/>
            <a:ext cx="11396329" cy="625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4875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1BE605A-25FB-E213-1300-9DFC63D0B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7690" y="1140543"/>
            <a:ext cx="9301317" cy="507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7494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0469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2468880" y="391795"/>
            <a:ext cx="71501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 &amp; DISCUSSION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83565" y="1536700"/>
            <a:ext cx="11136630" cy="508508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285750" indent="-28575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centralized location for student internship information.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Student profiles, skills and certifications can be maintained in an organized digital format. 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Internship details and supporting documents can be accessed without relying on scattered records. 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Faculty members receive better visibility into student internship information and progress. 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a structured approach to internship verification and performance evaluation. 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Stored information can be used to support reports and internship documentation. </a:t>
            </a:r>
          </a:p>
          <a:p>
            <a:pPr marL="285750" indent="-285750">
              <a:lnSpc>
                <a:spcPct val="10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The overall process becomes more systematic, accessible and organized compared with manual record management.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3445510" y="436880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21995" y="1588770"/>
            <a:ext cx="8736965" cy="53225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Smart Digital Internship and Skill Tracking System provides a centralized solution for managing student internships and skills.</a:t>
            </a:r>
          </a:p>
          <a:p>
            <a:pPr>
              <a:lnSpc>
                <a:spcPct val="150000"/>
              </a:lnSpc>
              <a:spcAft>
                <a:spcPct val="60000"/>
              </a:spcAft>
            </a:pPr>
            <a:r>
              <a:rPr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Key Contributions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Digitizes internship records and student information.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Provides centralized skill and certificate management.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Supports internship registration and document management.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Enables faculty verification and monitoring.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Tracks internship progress and performance. </a:t>
            </a:r>
          </a:p>
          <a:p>
            <a:pPr>
              <a:lnSpc>
                <a:spcPct val="150000"/>
              </a:lnSpc>
              <a:buFont typeface="Arial" panose="020B0604020202020204"/>
              <a:buChar char="•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 Simplifies report generation and record management.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Text Box 4"/>
          <p:cNvSpPr txBox="1"/>
          <p:nvPr/>
        </p:nvSpPr>
        <p:spPr>
          <a:xfrm>
            <a:off x="3319780" y="255270"/>
            <a:ext cx="69215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FUTURESCOPE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741680" y="1602105"/>
            <a:ext cx="1037082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AI-Based Skill Recommendations: Suggest relevant skills based on student profiles.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Mobile Application: Provide access through mobile devices.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Smart Notifications: Send reminders for deadlines and verification.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Advanced Analytics: Provide graphical analysis of skills and performance.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Company Integration: Connect students with internship providers. 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</a:rPr>
              <a:t>Cloud Deployment: Provide scalable access to internship information</a:t>
            </a:r>
            <a:r>
              <a:rPr sz="2400"/>
              <a:t>.</a:t>
            </a:r>
            <a:r>
              <a:rPr sz="1600"/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 Box 2"/>
          <p:cNvSpPr txBox="1"/>
          <p:nvPr/>
        </p:nvSpPr>
        <p:spPr>
          <a:xfrm>
            <a:off x="4091305" y="621665"/>
            <a:ext cx="4064000" cy="7683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4400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REFRENCES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518160" y="1717675"/>
            <a:ext cx="10718800" cy="52120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Duckett, J. (2014). HTML and CSS: Design and build websites. John Wiley &amp; Sons.</a:t>
            </a:r>
          </a:p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Fowler, M. (2004). UML distilled: A brief guide to the standard object modeling language (3rd ed.). Addison-Wesley.</a:t>
            </a:r>
          </a:p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Nixon, R. (2018). Learning PHP, MySQL &amp; JavaScript: With jQuery, CSS &amp; HTML5 (5th ed.). O’Reilly Media.</a:t>
            </a:r>
          </a:p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Pressman, R. S., &amp; Maxim, B. R. (2015). Software engineering: A practitioner’s approach (8th ed.). McGraw-Hill Education.</a:t>
            </a:r>
          </a:p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Silberschatz, A., Galvin, P. B., &amp; Gagne, G. (2018). Operating system concepts (10th ed.). Wiley.</a:t>
            </a:r>
          </a:p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Sommerville, I. (2016). Software engineering (10th ed.). Pearson.</a:t>
            </a:r>
          </a:p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Welling, L., &amp; Thomson, L. (2017). PHP and MySQL web development (5th ed.). Addison-Wesley.</a:t>
            </a:r>
          </a:p>
          <a:p>
            <a:pPr marL="342900" indent="-342900">
              <a:spcAft>
                <a:spcPct val="60000"/>
              </a:spcAft>
              <a:buFont typeface="Wingdings" panose="05000000000000000000" charset="0"/>
              <a:buChar char="Ø"/>
            </a:pPr>
            <a:r>
              <a:rPr lang="en-US" alt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Booch, G., Maksimchuk, R. A., Engle, M. W., Young, B. J., Conallen, J., &amp; Houston, K. A. (2007). Object-oriented analysis and design with applications (3rd ed.). Addison-Wesle</a:t>
            </a:r>
            <a:r>
              <a:rPr lang="en-US" altLang="en-US" sz="1600"/>
              <a:t>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5490" y="3067050"/>
            <a:ext cx="10515600" cy="1325563"/>
          </a:xfrm>
        </p:spPr>
        <p:txBody>
          <a:bodyPr/>
          <a:lstStyle/>
          <a:p>
            <a:pPr algn="ctr"/>
            <a:r>
              <a:rPr lang="en-IN" sz="6600" b="1">
                <a:solidFill>
                  <a:srgbClr val="FF0000"/>
                </a:solidFill>
                <a:latin typeface="Algerian" panose="04020705040A02060702" charset="0"/>
                <a:cs typeface="Algerian" panose="04020705040A02060702" charset="0"/>
              </a:rPr>
              <a:t>THANKYOU</a:t>
            </a:r>
          </a:p>
        </p:txBody>
      </p:sp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6350" y="116125"/>
            <a:ext cx="1135117" cy="1342884"/>
          </a:xfrm>
          <a:prstGeom prst="rect">
            <a:avLst/>
          </a:prstGeom>
          <a:noFill/>
        </p:spPr>
      </p:pic>
      <p:pic>
        <p:nvPicPr>
          <p:cNvPr id="4" name="Picture 3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69461" y="116125"/>
            <a:ext cx="1516189" cy="13428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1129</Words>
  <Application>Microsoft Office PowerPoint</Application>
  <PresentationFormat>Widescreen</PresentationFormat>
  <Paragraphs>121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Algerian</vt:lpstr>
      <vt:lpstr>Aptos</vt:lpstr>
      <vt:lpstr>Aptos Display</vt:lpstr>
      <vt:lpstr>Arial</vt:lpstr>
      <vt:lpstr>Times</vt:lpstr>
      <vt:lpstr>Times New Roman</vt:lpstr>
      <vt:lpstr>Wingdings</vt:lpstr>
      <vt:lpstr>Office Theme</vt:lpstr>
      <vt:lpstr>Smart Digital Internship and Skill Tracking System</vt:lpstr>
      <vt:lpstr>INTRODUCTION</vt:lpstr>
      <vt:lpstr>PROBLEM STATEMENT</vt:lpstr>
      <vt:lpstr>OBJECTIVES</vt:lpstr>
      <vt:lpstr>LITERATURE SURVEY</vt:lpstr>
      <vt:lpstr>SYSTEM ARCHITECTURE</vt:lpstr>
      <vt:lpstr>MODULE 1:STUDENT AND SKILL MANAGEMENT</vt:lpstr>
      <vt:lpstr>MODULE2 : INTERNSHIP MANAGEMENT </vt:lpstr>
      <vt:lpstr>   MODULE 3: PERFORMANCE &amp; REPORTING </vt:lpstr>
      <vt:lpstr>OUTPUT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Nandini Nalluri</dc:creator>
  <cp:lastModifiedBy>ROHITHA ROH</cp:lastModifiedBy>
  <cp:revision>29</cp:revision>
  <dcterms:created xsi:type="dcterms:W3CDTF">2026-02-16T04:37:00Z</dcterms:created>
  <dcterms:modified xsi:type="dcterms:W3CDTF">2026-10-12T03:32:34Z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8CE146DFA1A14A70A7B595CE696F5612_13</vt:lpwstr>
  </property>
  <property fmtid="{D5CDD505-2E9C-101B-9397-08002B2CF9AE}" pid="3" name="KSOProductBuildVer">
    <vt:lpwstr>1033-12.1.0.28485</vt:lpwstr>
  </property>
</Properties>
</file>